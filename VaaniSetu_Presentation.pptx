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43D0AF-00BB-45BE-AE16-A1BED042CC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7DF84D-FACA-41A6-8F01-EF3A0E9D1C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4066ED-634D-4B5F-8330-1238A263F3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23E97E-5396-4674-9EE4-B801F46525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877C7F-2E53-4511-B4C5-9C1D08CB26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6CF7CE-D193-4ABD-A6A0-00C0B1AB56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DB1B04-2239-48F1-9116-2E50DFBBFD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F72FE2-25EB-4198-8CC4-2149A7D8FB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75C605-5357-40A8-A63E-223D6E9F2A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7B9EC5-7096-4B0A-9E92-931ECBCAA2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C1F047-FC18-441C-81E1-4DA39D2A31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731520" y="1097280"/>
            <a:ext cx="5303160" cy="4568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4D399"/>
                </a:solidFill>
                <a:effectLst/>
                <a:uFillTx/>
                <a:latin typeface="Calibri"/>
              </a:rPr>
              <a:t>SMART INDIA HACKATHON 2026 | PS ID: SIH26173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737360"/>
            <a:ext cx="106981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VaaniSetu (</a:t>
            </a:r>
            <a:r>
              <a:rPr lang="hi-IN" sz="4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वाणी सेतु</a:t>
            </a: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)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AI-Powered Voice Bridge for Ultra-Low-Bitrate &amp; Weak Radio/Network Links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731520" y="3840480"/>
            <a:ext cx="329148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98% Bandwidth Slashed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Reduces required voice bandwidth from 24,000+ bps down to 60–300 bps (300–800 bits per sentence).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4389120" y="3840480"/>
            <a:ext cx="329148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Pure Voice-In / Voice-Out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Zero typing or screen reading. Natural voice is captured, compressed as semantic tokens, and regenerated as speech.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8046720" y="3840480"/>
            <a:ext cx="338292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Cross-Lingual Calling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Direct Indic-to-Indic translation (IndicTrans2) between Hindi, Tamil, Telugu, and English in-flight.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Problem: Digital Voice Collapse in Austere &amp; Disaster Zones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🚨 Critical Communications Failure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In disaster relief, border operations, and maritime zones, cellular 4G/5G and broadband collapse entirely.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Emergency HF/VHF radio, satellite, and LoRa networks are capped at 300 to 2,400 bps.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Standard digital codecs (Opus, AMR, G.711) demand 12,000 to 64,000 bps—making voice calls physically impossible.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Result: Total loss of real-time voice contact when it is needed most.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🛑 Why Existing Alternatives Fail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Text / SMS is Unusable: Field operatives, drivers, and rescue teams cannot look down or type in high-stress, tactical environments.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Vocoders (MELP/Codec2) Break Down: Compressing sound waves below 2.4 kbps produces robotic, muffled, unintelligible audio.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Severe Language Barriers: Inter-state rescue squads struggle to coordinate across regional Indian languages during emergencies.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The Solution: We must retain natural voice while transmitting 100x less data.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Paradigm Shift: Semantic Transmission over Waveform Compression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261414"/>
          </a:solidFill>
          <a:ln w="19050">
            <a:solidFill>
              <a:srgbClr val="EF44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❌ Conventional Approach (Signal Compression)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Attempts to compress the acoustic waveform harder and harder.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Transmits heavy acoustic data: 12,000 – 64,000 bits per second.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Requires 120,000+ bits for a simple 5-second sentence.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Chokes and drops completely on weak 300–2400 bps emergency links.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Audio artifacts destroy intelligibility under radio noise.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06281E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✅ VaaniSetu Approach (Semantic Transmission)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Discards the acoustic carrier; extracts and transmits semantic meaning.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Transmits error-corrected text tokens: only 60 – 300 bits per second.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Requires only 300 – 800 bits total for a 5-second sentence (98% reduction).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Re-synthesizes high-fidelity, natural human speech at the receiver.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100% Voice-In, Voice-Out: The user only ever hears and speaks audio.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End-to-End Technical Pipeline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4" descr="media_1790712533406.png"/>
          <p:cNvPicPr/>
          <p:nvPr/>
        </p:nvPicPr>
        <p:blipFill>
          <a:blip r:embed="rId1"/>
          <a:stretch/>
        </p:blipFill>
        <p:spPr>
          <a:xfrm>
            <a:off x="731520" y="1463040"/>
            <a:ext cx="10698120" cy="164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Rounded Rectangle 5"/>
          <p:cNvSpPr/>
          <p:nvPr/>
        </p:nvSpPr>
        <p:spPr>
          <a:xfrm>
            <a:off x="731520" y="3291840"/>
            <a:ext cx="3291480" cy="310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1. Ingestion &amp; Translation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Capture: 16 kHz Mono PCM via Push-to-Talk (PTT).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STT: AI4Bharat IndicConformer / IndicWav2Vec regional speech model.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NMT: AI4Bharat IndicTrans2 direct Indic-to-Indic translation (no English pivot).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6"/>
          <p:cNvSpPr/>
          <p:nvPr/>
        </p:nvSpPr>
        <p:spPr>
          <a:xfrm>
            <a:off x="4389120" y="3291840"/>
            <a:ext cx="3291480" cy="310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2. Compression &amp; FEC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Deflate Compression: Level-9 zlib payload shrinking.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Binary Framing: Custom big-endian header (Lang Tag + Payload length).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Reed-Solomon FEC: 10 parity symbols protect both payload &amp; headers against bit noise.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7"/>
          <p:cNvSpPr/>
          <p:nvPr/>
        </p:nvSpPr>
        <p:spPr>
          <a:xfrm>
            <a:off x="8046720" y="3291840"/>
            <a:ext cx="3382920" cy="310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3. Transmission &amp; Synthesis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Transport: 300–2400 bps simulated or hardware link (LoRa / HF / VHF).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Zero-Hallucination Gate: Strict mathematical error recovery; flags lost packets.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Edge TTS: High-fidelity regional neural voice output (Tamil, Telugu, Hindi).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Channel Engineering: Binary Wire Protocol &amp; Reed-Solomon FEC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📦 Custom Binary Wire Protocol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Eliminates bloated JSON/HTTP overhead (which wastes 150+ bytes per word).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Wire Struct: [1B Lang Len] + [NB Lang Tag] + [4B Payload Len] + [MB Compressed Payload]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Header Overhead: Only 5 to 7 bytes total.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Total Packet Size: Under 40–100 bytes for standard spoken sentences.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🛡️ Reed-Solomon Forward Error Correction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Configured over Galois Field GF(2^8) with 10 error-correction symbols.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Mathematical Correction: Restores up to t = floor(ECC/2) = 5 corrupted bytes per packet without retransmission.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Full-Frame Wrapping: RS parity wraps the entire frame (headers + payload).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Zero Hallucination Contract: When noise exceeds correction threshold, packet is cleanly flagged as lost (lost: true). Never guesses or fabricates words.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Bandwidth Benchmark: 98% Data Reduction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Table 4"/>
          <p:cNvGraphicFramePr/>
          <p:nvPr/>
        </p:nvGraphicFramePr>
        <p:xfrm>
          <a:off x="731520" y="1463040"/>
          <a:ext cx="10698120" cy="3840480"/>
        </p:xfrm>
        <a:graphic>
          <a:graphicData uri="http://schemas.openxmlformats.org/drawingml/2006/table">
            <a:tbl>
              <a:tblPr/>
              <a:tblGrid>
                <a:gridCol w="2674440"/>
                <a:gridCol w="2674440"/>
                <a:gridCol w="2674440"/>
                <a:gridCol w="267444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Parameter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Standard VoIP (G.711 / Opus)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Low-Bitrate Vocoder (MELP)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VaaniSetu Voice Bridge</a:t>
                      </a:r>
                      <a:endParaRPr lang="en-IN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Required Bitrate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12,000 – 64,000 bps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2,400 bps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alibri"/>
                        </a:rPr>
                        <a:t>60 – 300 bps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Data per 5s Sentence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120,000 – 320,000 bits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12,000 bits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alibri"/>
                        </a:rPr>
                        <a:t>300 – 800 bits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Works over 300 bps Link?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❌ Fails Completely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❌ Severe Distortion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alibri"/>
                        </a:rPr>
                        <a:t>✅ Flawless Operation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Cross-Lingual Support?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❌ None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❌ None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alibri"/>
                        </a:rPr>
                        <a:t>✅ Native Indic Translation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Bandwidth Savings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Baseline (0%)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80% – 90%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alibri"/>
                        </a:rPr>
                        <a:t>97.5% – 99.1% (40x–100x)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93" name="TextBox 5"/>
          <p:cNvSpPr/>
          <p:nvPr/>
        </p:nvSpPr>
        <p:spPr>
          <a:xfrm>
            <a:off x="731520" y="54864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Key Takeaway: By eliminating waveform transmission, VaaniSetu operates comfortably inside HF/VHF and LoRa channels where VoIP fails completely.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Uniqueness &amp; Core Differentiators (USPs)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4"/>
          <p:cNvSpPr/>
          <p:nvPr/>
        </p:nvSpPr>
        <p:spPr>
          <a:xfrm>
            <a:off x="731520" y="146304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USP #1: 40x–100x Data Reduction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Reduces voice budget from 120,000 bits to &lt;800 bits per sentence.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5"/>
          <p:cNvSpPr/>
          <p:nvPr/>
        </p:nvSpPr>
        <p:spPr>
          <a:xfrm>
            <a:off x="6217920" y="146304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USP #2: Speak Mine, Hear Yours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Native IndicTrans2 enables Hindi, Tamil, Telugu, and English real-time cross-talk.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6"/>
          <p:cNvSpPr/>
          <p:nvPr/>
        </p:nvSpPr>
        <p:spPr>
          <a:xfrm>
            <a:off x="731520" y="384048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USP #3: Zero Screen UI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Pure voice-in and voice-out preserves situational awareness in emergency zones.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6217920" y="3840480"/>
            <a:ext cx="5120280" cy="21027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87171"/>
                </a:solidFill>
                <a:effectLst/>
                <a:uFillTx/>
                <a:latin typeface="Calibri"/>
              </a:rPr>
              <a:t>USP #4: Defense-Grade Reliability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Reed-Solomon FEC + zero-hallucination contract strictly flags corrupted packets.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3657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VAANISETU | SIH 2026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731520" y="64008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Current Status &amp; Working Prototype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4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✅ Tested &amp; Functional Modules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22 Unit &amp; Integration Tests Passing (test_channel_roundtrip, test_stt, test_tts, test_translation, test_websocket).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FastAPI Orchestrator (:8000) with full room-pairing &amp; language negotiation.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React Native Mobile App with PTT audio recording &amp; live bit-budget telemetry.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Standalone pre-built signed Android APK (VaaniSetu-final.apk) ready on device.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5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0E74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🚀 Deployment &amp; Extension Roadmap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Hardware Transceiver Coupling: Direct plug-in for SX1262 LoRa modules and HackRF / RTL-SDR.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On-Device NPU Acceleration: Quantized (ONNX/GGUF) edge inference to run fully offline on ruggedized handsets.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Mesh Protocol Relay: Multi-hop relaying for isolated mountain and maritime rescue groups.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• Field Deployment: Defense border outposts &amp; NDRF disaster response teams.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2026-09-30T01:46:18Z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